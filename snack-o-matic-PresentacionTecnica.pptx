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25–26  //  WALLY SL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Snack-o-Matic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48640" y="2212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Marca, Tu Máquina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expendedora funcional basada en Arduino Mega 2560.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custom, mecánica 3D y software embebido.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751076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13048"/>
            <a:ext cx="1751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 2560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2868" y="3794760"/>
            <a:ext cx="882396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2868" y="3813048"/>
            <a:ext cx="8823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28416" y="3794760"/>
            <a:ext cx="1664208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81304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 3D FDM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65776" y="3794760"/>
            <a:ext cx="1403604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3813048"/>
            <a:ext cx="1403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/ PCB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42532" y="3794760"/>
            <a:ext cx="882396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2532" y="3813048"/>
            <a:ext cx="8823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I²C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3794760"/>
            <a:ext cx="795528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3813048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229868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13048"/>
            <a:ext cx="12298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Servos SG90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1660" y="3794760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51660" y="38130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// Introducción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&amp; </a:t>
            </a:r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393192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54864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construir una máquina expendedora inteligente y personalizable que gestiona inserción de monedas, dispensa productos y devuelve cambio exacto de forma autónoma.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7764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54864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— WALLY SL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máquinas genéricas no permiten personalización de marca. Wally SL (David, Ibon e Iker) ofrece un servicio integral: diseño, fabricación, ubicación y mantenimiento con identidad propia.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566160"/>
            <a:ext cx="83210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Wally SL — David, Ibon &amp; Iker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4048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// Especificaciones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 </a:t>
            </a:r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8321040" cy="3429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356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4356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 2560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723644"/>
            <a:ext cx="83210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876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78765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 (Arduino IDE)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075688"/>
            <a:ext cx="8321040" cy="3429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396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FABRICACIÓN MECÁNICA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213969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 3D FDM — PLA/PETG, 0.2 mm, 20-30% infill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427732"/>
            <a:ext cx="83210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917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ELECTRÓNICO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4917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(simulación) + PCB relés custom (5V → 24V)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779776"/>
            <a:ext cx="8321040" cy="3429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437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USUARIO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84378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I²C 20×4 — pines SDA/SCL 20–21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131820"/>
            <a:ext cx="83210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958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19582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 interna Arduino — stock persistente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483864"/>
            <a:ext cx="8321040" cy="3429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47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DE MONEDAS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5478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sensores INPUT_PULLUP — 5¢·10¢·20¢·50¢·1€·2€ (pines 14–19)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835908"/>
            <a:ext cx="83210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8999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89991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motores DC sinfín (pines 7–10) + fotocélula (pin 6)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4187952"/>
            <a:ext cx="8321040" cy="3429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519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DEVOLUCIÓN DE CAMBIO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42519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servos SG90/MG90 (pines 27–32) — algoritmo greedy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4539996"/>
            <a:ext cx="83210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6040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46040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producto + 1 devolución (pines 22–25, 33)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1298448"/>
            <a:ext cx="8321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// Arquitectura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</a:t>
            </a:r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182880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19072"/>
            <a:ext cx="1737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31797"/>
            <a:ext cx="173736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x6 · pines 14-19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96312" y="1627632"/>
            <a:ext cx="182880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1719072"/>
            <a:ext cx="1737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42032" y="2031797"/>
            <a:ext cx="173736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 · pines 22-25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81144" y="1627632"/>
            <a:ext cx="182880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719072"/>
            <a:ext cx="1737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6864" y="2031797"/>
            <a:ext cx="173736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33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65976" y="1627632"/>
            <a:ext cx="182880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11696" y="1719072"/>
            <a:ext cx="1737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Fotocélula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11696" y="2031797"/>
            <a:ext cx="173736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26280" y="2404872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5786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91840" y="2852928"/>
            <a:ext cx="2560320" cy="868680"/>
          </a:xfrm>
          <a:prstGeom prst="rect">
            <a:avLst/>
          </a:prstGeom>
          <a:solidFill>
            <a:srgbClr val="F0FDF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2944368"/>
            <a:ext cx="24688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 2560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304642"/>
            <a:ext cx="246888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control central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97680" y="3749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11480" y="4005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4224528"/>
            <a:ext cx="150876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315968"/>
            <a:ext cx="1417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Sinfín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28693"/>
            <a:ext cx="141732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 · pines 7-10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084832" y="4224528"/>
            <a:ext cx="150876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130552" y="4315968"/>
            <a:ext cx="1417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30552" y="4628693"/>
            <a:ext cx="141732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x6 · pines 27-32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758184" y="4224528"/>
            <a:ext cx="150876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03904" y="4315968"/>
            <a:ext cx="1417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03904" y="4628693"/>
            <a:ext cx="141732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pines 20-21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31536" y="4224528"/>
            <a:ext cx="150876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77256" y="4315968"/>
            <a:ext cx="1417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77256" y="4628693"/>
            <a:ext cx="141732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 Arduino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04888" y="4224528"/>
            <a:ext cx="150876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50608" y="4315968"/>
            <a:ext cx="1417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Relés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50608" y="4628693"/>
            <a:ext cx="141732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→ 24V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// Bloques Internos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los </a:t>
            </a:r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39776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490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CONTROL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17739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dos estados: Estado 0 (lectura monedas) y Estado 1 (selección y dispensado).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776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71600"/>
            <a:ext cx="54864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490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MONEDAS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7739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sensores INPUT_PULLUP. Anti-rebote 100ms. Suma al saldo y guarda stock en EEPROM.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542032"/>
            <a:ext cx="39776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542032"/>
            <a:ext cx="54864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660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DISPENSADO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" y="2944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motores sinfín a 24V controlados por relés. Fotocélula confirma la salida del producto.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542032"/>
            <a:ext cx="39776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542032"/>
            <a:ext cx="54864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660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DEVOLUCIÓN CAMBIO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2944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greedy: mayor denominación posible. Cada servo gira 0°→180°→0° por moneda.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712464"/>
            <a:ext cx="39776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712464"/>
            <a:ext cx="54864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831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20×4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saldo, precio seleccionado y estado del sistema. Avisa si no hay cambio disponible.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712464"/>
            <a:ext cx="39776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712464"/>
            <a:ext cx="54864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31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RELÉS + EEPROM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custom (5V→24V) diseñada en Proteus. EEPROM: stock persistente tras reinicio.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// Descripción Detallada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</a:t>
            </a:r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274320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Monedas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27432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084832"/>
            <a:ext cx="548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762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 entra por el sensor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2743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542032"/>
            <a:ext cx="548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334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624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baja a 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999232"/>
            <a:ext cx="27432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999232"/>
            <a:ext cx="548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081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anti-rebote 100ms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456432"/>
            <a:ext cx="2743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456432"/>
            <a:ext cx="548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478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538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valor al saldo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913632"/>
            <a:ext cx="27432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913632"/>
            <a:ext cx="548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050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39959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en EEPROM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370832"/>
            <a:ext cx="2743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370832"/>
            <a:ext cx="548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4622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4453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LCD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55848" y="1371600"/>
            <a:ext cx="27432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47288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Selección 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Dispensado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355848" y="2084832"/>
            <a:ext cx="27432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55848" y="2084832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7288" y="21762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21608" y="2167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pulsa botón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55848" y="2542032"/>
            <a:ext cx="2743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55848" y="2542032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47288" y="26334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21608" y="2624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saldo suficiente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55848" y="2999232"/>
            <a:ext cx="27432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55848" y="2999232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47288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721608" y="3081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motor vía PCB relés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55848" y="3456432"/>
            <a:ext cx="2743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55848" y="3456432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47288" y="35478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721608" y="3538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Sinfín empuja producto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55848" y="3913632"/>
            <a:ext cx="27432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55848" y="3913632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47288" y="40050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721608" y="39959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Fotocélula detecta salida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355848" y="4370832"/>
            <a:ext cx="2743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55848" y="4370832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47288" y="44622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721608" y="4453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se apaga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300216" y="1371600"/>
            <a:ext cx="2743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91656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Devolución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Cambio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300216" y="2084832"/>
            <a:ext cx="27432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00216" y="2084832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91656" y="21762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665976" y="2167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cambio restante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00216" y="2542032"/>
            <a:ext cx="2743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00216" y="2542032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91656" y="26334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665976" y="2624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greedy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300216" y="2999232"/>
            <a:ext cx="27432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00216" y="2999232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9165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665976" y="3081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2€, 1€, 50¢...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300216" y="3456432"/>
            <a:ext cx="2743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00216" y="3456432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91656" y="35478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665976" y="3538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servo: 0°→180°→0°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300216" y="3913632"/>
            <a:ext cx="27432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300216" y="3913632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91656" y="40050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665976" y="39959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hasta saldo=0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300216" y="4370832"/>
            <a:ext cx="2743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0216" y="4370832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91656" y="44622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665976" y="4453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"Cambio devuelto"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// Desarrollo del Proyecto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&amp; </a:t>
            </a:r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3931920" cy="987552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71600"/>
            <a:ext cx="54864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447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PROBLEMA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6916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RPM de los motores no están reguladas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1719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00600" y="1371600"/>
            <a:ext cx="3931920" cy="987552"/>
          </a:xfrm>
          <a:prstGeom prst="rect">
            <a:avLst/>
          </a:prstGeom>
          <a:solidFill>
            <a:srgbClr val="F0FDF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371600"/>
            <a:ext cx="54864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4447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SOLUCIÓN PROPUESTA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56048" y="16916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puentes H (controladores PWM)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578608"/>
            <a:ext cx="3931920" cy="987552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578608"/>
            <a:ext cx="54864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51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PROBLEMA 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28986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ejes de los servos no tienen margen suficiente para dispensar monedas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926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800600" y="2578608"/>
            <a:ext cx="3931920" cy="987552"/>
          </a:xfrm>
          <a:prstGeom prst="rect">
            <a:avLst/>
          </a:prstGeom>
          <a:solidFill>
            <a:srgbClr val="F0FDF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578608"/>
            <a:ext cx="54864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651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SOLUCIÓN PROPUESTA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56048" y="28986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Rediseñar el mecanismo: expulsar la 2ª o 3ª moneda de la columna, dejando margen de movimiento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785616"/>
            <a:ext cx="3931920" cy="987552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785616"/>
            <a:ext cx="54864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8587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PROBLEMA 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41056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Escasez de material durante el proyecto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4133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800600" y="3785616"/>
            <a:ext cx="3931920" cy="987552"/>
          </a:xfrm>
          <a:prstGeom prst="rect">
            <a:avLst/>
          </a:prstGeom>
          <a:solidFill>
            <a:srgbClr val="F0FDF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785616"/>
            <a:ext cx="54864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8587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SOLUCIÓN PROPUESTA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56048" y="41056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Adquirir todo el material al inicio y definir limitaciones desde el principio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// Resolución de Incidencias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Arreglos &amp; </a:t>
            </a:r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8321040" cy="1042416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502920" cy="10424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190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463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24128" y="1682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sinfines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1463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/ ESTADO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34840" y="16824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Fabricación propia de sinfines — inviable por peso y material. Limitación: solo 3 motores operativos.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691640"/>
            <a:ext cx="685800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70078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43400" y="1508760"/>
            <a:ext cx="0" cy="76809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542032"/>
            <a:ext cx="8321040" cy="1042416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542032"/>
            <a:ext cx="502920" cy="10424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895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633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24128" y="2852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3D poco efectivos en la realidad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2633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/ ESTADO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34840" y="28529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y reimpresión de piezas modificando los modelos anteriores. Funcionamiento correcto.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2862072"/>
            <a:ext cx="685800" cy="384048"/>
          </a:xfrm>
          <a:prstGeom prst="roundRect">
            <a:avLst>
              <a:gd name="adj" fmla="val 11905"/>
            </a:avLst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87121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43400" y="2679192"/>
            <a:ext cx="0" cy="76809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712464"/>
            <a:ext cx="8321040" cy="1042416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712464"/>
            <a:ext cx="502920" cy="10424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599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" y="3803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24128" y="4023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técnico de último momento en un motor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34840" y="38039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/ ESTADO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34840" y="4023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Retirada del motor averiado. Imposible reparar a tiempo.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4032504"/>
            <a:ext cx="685800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40416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43400" y="3849624"/>
            <a:ext cx="0" cy="768096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// 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&amp; </a:t>
            </a:r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393192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CUMPLIDOS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7556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expendedora completamente funcional: validación de 6 denominaciones, dispensado de 4 productos, cambio exacto, LCD y EEPROM persistente.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7764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54864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 GENERAL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7556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real de electrónica, programación, CAD e impresión 3D. Destaca la PCB de relés y la robustez del algoritmo greedy de cambio.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7614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397764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729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821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" y="31546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PWM (puentes H) para regular motores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538728"/>
            <a:ext cx="3977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6484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76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" y="36301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alimentación 12V y 5V dedicadas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014216"/>
            <a:ext cx="397764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12394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330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" y="41056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Sinfines comerciales adecuados para los motores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489704"/>
            <a:ext cx="3977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5994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60857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7240" y="45811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del mecanismo de dispensado de servos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063240"/>
            <a:ext cx="397764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1729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1821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0" y="31546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Canaletas para orden del cableado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538728"/>
            <a:ext cx="3977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6484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6576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0" y="36301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seguridad adicionales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4014216"/>
            <a:ext cx="397764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12394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1330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0" y="41056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Compuertas mecánicas + LCD integrada en metacrilato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4489704"/>
            <a:ext cx="3977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45994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60857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29200" y="45811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Cintas transportadoras como alternativa a los sinfines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PRESENTACIÓN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Snack-o-Matic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046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Wally SL  ·  David, Ibon &amp; Iker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 2560  //  C / C++  //  2025–2026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751076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78808"/>
            <a:ext cx="1751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 2560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36876" y="4160520"/>
            <a:ext cx="882396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6876" y="4178808"/>
            <a:ext cx="8823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56432" y="4160520"/>
            <a:ext cx="1664208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417880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 3D FDM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57800" y="4160520"/>
            <a:ext cx="1403604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4178808"/>
            <a:ext cx="1403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/ PCB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98564" y="416052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8564" y="417880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I²C 20×4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52460" y="4160520"/>
            <a:ext cx="795528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2460" y="4178808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229868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78808"/>
            <a:ext cx="12298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Servos SG90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15668" y="4160520"/>
            <a:ext cx="1490472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15668" y="4178808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DC 24V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Snack-o-Matic — Presentación Técnica</dc:title>
  <dc:subject>PptxGenJS Presentation</dc:subject>
  <dc:creator>PptxGenJS</dc:creator>
  <cp:lastModifiedBy>PptxGenJS</cp:lastModifiedBy>
  <cp:revision>1</cp:revision>
  <dcterms:created xsi:type="dcterms:W3CDTF">2026-02-23T20:11:02Z</dcterms:created>
  <dcterms:modified xsi:type="dcterms:W3CDTF">2026-02-23T20:11:02Z</dcterms:modified>
</cp:coreProperties>
</file>